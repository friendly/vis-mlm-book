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EF4C-B25B-A203-49E5-68B88073E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D97A7-3663-CAF4-197D-EDC77F63D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1898-7B09-6AC5-61FA-46C059B5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5ED3-3356-88B5-C760-A60B9381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2093-8C5A-8E2A-B963-3D07C26E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82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F833-7CA4-2899-59CA-C52B5935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9FA32-84F7-A199-C317-651B74546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BCB5-2D13-EEBB-559A-B12EEF45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29066-7F8A-2AFF-A9BA-AF1E48F7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8841A-2810-A3B3-76FC-3208FB6D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629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001-9D4F-F52A-F990-C3F251E9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D916A-673D-373F-6188-03A474F58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416B-37E8-7CB8-75FF-DFEBFA20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D41C-73F7-D392-A6B7-D145F919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D6CD9-4466-3FB8-DE7C-65108E52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76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66D4-560D-B7D8-64B1-98660D8D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B4B6-C5A5-7012-B61A-4D0E20776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9F257-BF59-E6E3-B6F4-83398BBDF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4B8A8-0D01-428C-E26B-5E932384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36E78-46BE-C4BC-9203-B0D9DAC7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FEDC8-7197-5D1E-1A12-DD2222EA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901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DDEC-AB5C-C4BF-AA6D-0762F9A0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FCE35-1B1A-916B-176E-18D43254A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A5D19-54BB-E202-8A5D-D9EFC6527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C6465-8BB8-80B9-10B5-59421221B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8C0C3-00C1-1456-9BE7-241E77756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340320-9F58-FD8D-641C-1E237C57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3558E-FDDF-6A58-F0DB-870F7326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0CA91-5F75-F8AF-6DE5-05C1B782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615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6B84-1093-F1E4-75AD-BFCD769D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2351-8E3A-9DDA-1127-A695168A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2DFEC-0C1F-C632-225B-E2D27FC6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CD0E8-5F98-E3DE-F22A-385B9A7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15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DC33F-7D39-C244-36DA-9D9E51DF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0BC94-AD3F-6789-3EFC-68C4F1E1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E5299-1DF3-2E0C-5B64-6749D172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859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7267-A082-D1A3-9756-8C965E94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BEC58-F299-D620-BEAE-A0128B5D7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6C4E2-84D4-F4C3-A75E-90D4573AB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07675-58D2-7C3A-AC51-F5C41DB5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1DA5C-F8FE-07A9-29C9-E26F4F7A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CF8EE-7BCC-1425-0C99-757F2505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17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8519-9221-CA70-247D-5545495A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A736B-CD65-63E9-A84A-BAC18202F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1A2DD-D06D-5AD9-03C1-4A848485E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AA96A-1FA1-64F4-E640-58043437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1274C-1640-F719-4311-66FBBC63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DDBF-1058-5625-1CE9-618D72B2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897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0E05-06A1-C3A8-BFFA-2E73F620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8B1E1-8CA5-3F67-03FC-C69F0E778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B6D7-DC4D-1643-432C-37F5E2B5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AE06-4C51-BDA9-D277-65BC5D25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32D63-878E-83D9-7BEA-829531FE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47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84060D-33DF-4DB0-A2DE-0ADA2BFE7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A7AD5-1773-E2DA-85C8-E7349A17D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107FB-840E-A5F5-826D-15482DD2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E90E4-6125-DC3C-D8AE-B9F8D8FF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70704-BFD4-86B8-6793-913588DC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624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3ABEA-352F-1719-C9E8-4199D2C4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EE21E-A906-3F05-7B6F-E415D821E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83C4E-108A-36B7-C9C5-483FF51B4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62D4B-F87C-4203-9F24-D0DB607E32B6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A9126-76B9-5BA7-9CA2-AE38E158D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706F2-B2BA-8708-360E-5CE18826D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7FE0D-EE1C-4AEC-9AC5-AAF2F3832D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076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0BD840DB-8579-BEB8-532D-C20BC24A6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98" y="0"/>
            <a:ext cx="5486411" cy="548641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77D8E6-4F87-D1A7-EC35-96DFB5AD9E67}"/>
              </a:ext>
            </a:extLst>
          </p:cNvPr>
          <p:cNvCxnSpPr>
            <a:cxnSpLocks/>
          </p:cNvCxnSpPr>
          <p:nvPr/>
        </p:nvCxnSpPr>
        <p:spPr>
          <a:xfrm flipH="1">
            <a:off x="2875175" y="395926"/>
            <a:ext cx="2356701" cy="4336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626F5C1-8C55-0C67-1F34-6FE9FADB8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0000">
            <a:off x="100132" y="4032053"/>
            <a:ext cx="5486411" cy="17099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04C2B9-17CB-D43F-08E4-1512C9A9A90F}"/>
              </a:ext>
            </a:extLst>
          </p:cNvPr>
          <p:cNvSpPr txBox="1"/>
          <p:nvPr/>
        </p:nvSpPr>
        <p:spPr>
          <a:xfrm rot="18082009">
            <a:off x="4119513" y="549344"/>
            <a:ext cx="164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Discriminant boundary</a:t>
            </a:r>
          </a:p>
        </p:txBody>
      </p:sp>
    </p:spTree>
    <p:extLst>
      <p:ext uri="{BB962C8B-B14F-4D97-AF65-F5344CB8AC3E}">
        <p14:creationId xmlns:p14="http://schemas.microsoft.com/office/powerpoint/2010/main" val="177516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 Friendly</dc:creator>
  <cp:lastModifiedBy>Michael L Friendly</cp:lastModifiedBy>
  <cp:revision>1</cp:revision>
  <dcterms:created xsi:type="dcterms:W3CDTF">2025-11-13T19:36:15Z</dcterms:created>
  <dcterms:modified xsi:type="dcterms:W3CDTF">2025-11-13T22:07:46Z</dcterms:modified>
</cp:coreProperties>
</file>