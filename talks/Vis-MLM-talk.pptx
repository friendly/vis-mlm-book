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3.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2.xml"/><Relationship Id="rId1" Type="http://schemas.openxmlformats.org/officeDocument/2006/relationships/slideLayout" Target="../slideLayouts/slideLayout21.xml"/><Relationship Id="rId5" Type="http://schemas.openxmlformats.org/officeDocument/2006/relationships/image" Target="../media/image75.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5.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78.png"/><Relationship Id="rId7" Type="http://schemas.openxmlformats.org/officeDocument/2006/relationships/image" Target="../media/image84.png"/><Relationship Id="rId2" Type="http://schemas.openxmlformats.org/officeDocument/2006/relationships/notesSlide" Target="../notesSlides/notesSlide46.xml"/><Relationship Id="rId1" Type="http://schemas.openxmlformats.org/officeDocument/2006/relationships/slideLayout" Target="../slideLayouts/slideLayout24.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7.xml"/><Relationship Id="rId1" Type="http://schemas.openxmlformats.org/officeDocument/2006/relationships/slideLayout" Target="../slideLayouts/slideLayout25.xml"/><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8.xml"/><Relationship Id="rId1" Type="http://schemas.openxmlformats.org/officeDocument/2006/relationships/slideLayout" Target="../slideLayouts/slideLayout25.xml"/><Relationship Id="rId6" Type="http://schemas.openxmlformats.org/officeDocument/2006/relationships/image" Target="../media/image90.wmf"/><Relationship Id="rId5" Type="http://schemas.openxmlformats.org/officeDocument/2006/relationships/oleObject" Target="../embeddings/oleObject1.bin"/><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93.wmf"/><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2.png"/><Relationship Id="rId4" Type="http://schemas.openxmlformats.org/officeDocument/2006/relationships/image" Target="../media/image91.png"/></Relationships>
</file>

<file path=ppt/slides/_rels/slide5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0.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1.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4.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97.png"/></Relationships>
</file>

<file path=ppt/slides/_rels/slide56.xml.rels><?xml version="1.0" encoding="UTF-8" standalone="yes"?>
<Relationships xmlns="http://schemas.openxmlformats.org/package/2006/relationships"><Relationship Id="rId3" Type="http://schemas.openxmlformats.org/officeDocument/2006/relationships/image" Target="../media/image98.jpg"/><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7.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3.png"/></Relationships>
</file>

<file path=ppt/slides/_rels/slide60.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102.png"/></Relationships>
</file>

<file path=ppt/slides/_rels/slide6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2.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6.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77426" cy="396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681621" y="2785942"/>
            <a:ext cx="2599713"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2785942"/>
            <a:ext cx="2599713"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4"/>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wrong plot for a multivariate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6976</TotalTime>
  <Words>5950</Words>
  <Application>Microsoft Office PowerPoint</Application>
  <PresentationFormat>Widescreen</PresentationFormat>
  <Paragraphs>610</Paragraphs>
  <Slides>65</Slides>
  <Notes>62</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7"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87</cp:revision>
  <dcterms:created xsi:type="dcterms:W3CDTF">2026-10-06T18:00:03Z</dcterms:created>
  <dcterms:modified xsi:type="dcterms:W3CDTF">2026-10-26T19:09:01Z</dcterms:modified>
</cp:coreProperties>
</file>