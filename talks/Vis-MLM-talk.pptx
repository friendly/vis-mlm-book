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hyperlink" Target="https://friendly.github.io/blog/posts/2026-10-peng-altviews/" TargetMode="Externa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1.xml"/><Relationship Id="rId5" Type="http://schemas.openxmlformats.org/officeDocument/2006/relationships/image" Target="../media/image75.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78.png"/><Relationship Id="rId7"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0.wmf"/><Relationship Id="rId5" Type="http://schemas.openxmlformats.org/officeDocument/2006/relationships/oleObject" Target="../embeddings/oleObject1.bin"/><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93.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2.png"/><Relationship Id="rId4" Type="http://schemas.openxmlformats.org/officeDocument/2006/relationships/image" Target="../media/image91.png"/></Relationships>
</file>

<file path=ppt/slides/_rels/slide5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97.png"/></Relationships>
</file>

<file path=ppt/slides/_rels/slide56.xml.rels><?xml version="1.0" encoding="UTF-8" standalone="yes"?>
<Relationships xmlns="http://schemas.openxmlformats.org/package/2006/relationships"><Relationship Id="rId3" Type="http://schemas.openxmlformats.org/officeDocument/2006/relationships/image" Target="../media/image98.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3.png"/></Relationships>
</file>

<file path=ppt/slides/_rels/slide60.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2.png"/></Relationships>
</file>

<file path=ppt/slides/_rels/slide6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6.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6999</TotalTime>
  <Words>5992</Words>
  <Application>Microsoft Office PowerPoint</Application>
  <PresentationFormat>Widescreen</PresentationFormat>
  <Paragraphs>615</Paragraphs>
  <Slides>65</Slides>
  <Notes>63</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7"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89</cp:revision>
  <dcterms:created xsi:type="dcterms:W3CDTF">2026-10-06T18:00:03Z</dcterms:created>
  <dcterms:modified xsi:type="dcterms:W3CDTF">2026-10-26T20:11:11Z</dcterms:modified>
</cp:coreProperties>
</file>