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1.xml"/><Relationship Id="rId5" Type="http://schemas.openxmlformats.org/officeDocument/2006/relationships/image" Target="../media/image75.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8.png"/><Relationship Id="rId7"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0.wmf"/><Relationship Id="rId5" Type="http://schemas.openxmlformats.org/officeDocument/2006/relationships/oleObject" Target="../embeddings/oleObject1.bin"/><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3.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2.png"/><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8.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3.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2.png"/></Relationships>
</file>

<file path=ppt/slides/_rels/slide6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6.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7024</TotalTime>
  <Words>6038</Words>
  <Application>Microsoft Office PowerPoint</Application>
  <PresentationFormat>Widescreen</PresentationFormat>
  <Paragraphs>622</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91</cp:revision>
  <dcterms:created xsi:type="dcterms:W3CDTF">2026-10-06T18:00:03Z</dcterms:created>
  <dcterms:modified xsi:type="dcterms:W3CDTF">2026-10-27T20:22:13Z</dcterms:modified>
</cp:coreProperties>
</file>