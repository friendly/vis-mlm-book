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63" d="100"/>
          <a:sy n="63" d="100"/>
        </p:scale>
        <p:origin x="1286" y="58"/>
      </p:cViewPr>
      <p:guideLst/>
    </p:cSldViewPr>
  </p:slideViewPr>
  <p:notesTextViewPr>
    <p:cViewPr>
      <p:scale>
        <a:sx n="1" d="1"/>
        <a:sy n="1" d="1"/>
      </p:scale>
      <p:origin x="0" y="0"/>
    </p:cViewPr>
  </p:notesTextViewPr>
  <p:sorterViewPr>
    <p:cViewPr varScale="1">
      <p:scale>
        <a:sx n="100" d="100"/>
        <a:sy n="100" d="100"/>
      </p:scale>
      <p:origin x="0" y="-1531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7.wmf"/><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7" Type="http://schemas.openxmlformats.org/officeDocument/2006/relationships/image" Target="../media/image76.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98.png"/></Relationships>
</file>

<file path=ppt/slides/_rels/slide56.xml.rels><?xml version="1.0" encoding="UTF-8" standalone="yes"?>
<Relationships xmlns="http://schemas.openxmlformats.org/package/2006/relationships"><Relationship Id="rId3" Type="http://schemas.openxmlformats.org/officeDocument/2006/relationships/image" Target="../media/image99.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4.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3.png"/></Relationships>
</file>

<file path=ppt/slides/_rels/slide6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7.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22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123658"/>
          </a:xfrm>
          <a:prstGeom prst="rect">
            <a:avLst/>
          </a:prstGeom>
          <a:noFill/>
        </p:spPr>
        <p:txBody>
          <a:bodyPr wrap="square" rtlCol="0">
            <a:spAutoFit/>
          </a:bodyPr>
          <a:lstStyle/>
          <a:p>
            <a:r>
              <a:rPr lang="en-US"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Old Beamer screenshot"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ellipsoids</a:t>
            </a:r>
            <a:r>
              <a:rPr lang="en-CA" dirty="0">
                <a:solidFill>
                  <a:srgbClr val="262626"/>
                </a:solidFill>
                <a:latin typeface="Aptos" panose="020B0004020202020204" pitchFamily="34" charset="0"/>
              </a:rPr>
              <a:t> of </a:t>
            </a:r>
            <a:r>
              <a:rPr lang="el-GR"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same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ellipsoids are </a:t>
            </a:r>
            <a:r>
              <a:rPr lang="en-CA"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7">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7078</TotalTime>
  <Words>6219</Words>
  <Application>Microsoft Office PowerPoint</Application>
  <PresentationFormat>Widescreen</PresentationFormat>
  <Paragraphs>636</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109</cp:revision>
  <dcterms:created xsi:type="dcterms:W3CDTF">2026-10-06T18:00:03Z</dcterms:created>
  <dcterms:modified xsi:type="dcterms:W3CDTF">2026-10-28T00:50:44Z</dcterms:modified>
</cp:coreProperties>
</file>