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1344" y="72"/>
      </p:cViewPr>
      <p:guideLst/>
    </p:cSldViewPr>
  </p:slideViewPr>
  <p:notesTextViewPr>
    <p:cViewPr>
      <p:scale>
        <a:sx n="1" d="1"/>
        <a:sy n="1" d="1"/>
      </p:scale>
      <p:origin x="0" y="0"/>
    </p:cViewPr>
  </p:notesTextViewPr>
  <p:sorterViewPr>
    <p:cViewPr varScale="1">
      <p:scale>
        <a:sx n="100" d="100"/>
        <a:sy n="100" d="100"/>
      </p:scale>
      <p:origin x="0" y="-13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6.png"/><Relationship Id="rId5" Type="http://schemas.microsoft.com/office/2007/relationships/hdphoto" Target="../media/hdphoto1.wdp"/><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8.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2.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 Id="rId5" Type="http://schemas.openxmlformats.org/officeDocument/2006/relationships/image" Target="../media/image57.wmf"/><Relationship Id="rId4" Type="http://schemas.openxmlformats.org/officeDocument/2006/relationships/image" Target="../media/image56.png"/></Relationships>
</file>

<file path=ppt/slides/_rels/slide3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61.png"/></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2.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3.xml"/><Relationship Id="rId4" Type="http://schemas.openxmlformats.org/officeDocument/2006/relationships/image" Target="../media/image76.png"/></Relationships>
</file>

<file path=ppt/slides/_rels/slide4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4.png"/><Relationship Id="rId7" Type="http://schemas.openxmlformats.org/officeDocument/2006/relationships/image" Target="../media/image80.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4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4.png"/><Relationship Id="rId4" Type="http://schemas.openxmlformats.org/officeDocument/2006/relationships/image" Target="../media/image83.png"/></Relationships>
</file>

<file path=ppt/slides/_rels/slide4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6.wmf"/><Relationship Id="rId5" Type="http://schemas.openxmlformats.org/officeDocument/2006/relationships/oleObject" Target="../embeddings/oleObject1.bin"/><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83.png"/><Relationship Id="rId7" Type="http://schemas.openxmlformats.org/officeDocument/2006/relationships/image" Target="../media/image89.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76.png"/><Relationship Id="rId4" Type="http://schemas.openxmlformats.org/officeDocument/2006/relationships/image" Target="../media/image93.png"/></Relationships>
</file>

<file path=ppt/slides/_rels/slide54.xml.rels><?xml version="1.0" encoding="UTF-8" standalone="yes"?>
<Relationships xmlns="http://schemas.openxmlformats.org/package/2006/relationships"><Relationship Id="rId3" Type="http://schemas.openxmlformats.org/officeDocument/2006/relationships/image" Target="../media/image94.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8.png"/></Relationships>
</file>

<file path=ppt/slides/_rels/slide5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5.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6.xml"/><Relationship Id="rId1" Type="http://schemas.openxmlformats.org/officeDocument/2006/relationships/slideLayout" Target="../slideLayouts/slideLayout29.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101.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3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98490" y="320039"/>
            <a:ext cx="2652353" cy="2652353"/>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39"/>
            <a:ext cx="3713292" cy="2652351"/>
          </a:xfrm>
          <a:prstGeom prst="rect">
            <a:avLst/>
          </a:prstGeom>
        </p:spPr>
      </p:pic>
      <p:pic>
        <p:nvPicPr>
          <p:cNvPr id="6" name="Thumbnail: HE plot" descr="image.png"/>
          <p:cNvPicPr>
            <a:picLocks noChangeAspect="1"/>
          </p:cNvPicPr>
          <p:nvPr/>
        </p:nvPicPr>
        <p:blipFill>
          <a:blip r:embed="rId7"/>
          <a:stretch>
            <a:fillRect/>
          </a:stretch>
        </p:blipFill>
        <p:spPr>
          <a:xfrm>
            <a:off x="7813452" y="344842"/>
            <a:ext cx="3713293" cy="2652352"/>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5">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6520</TotalTime>
  <Words>6650</Words>
  <Application>Microsoft Office PowerPoint</Application>
  <PresentationFormat>Widescreen</PresentationFormat>
  <Paragraphs>701</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66</cp:revision>
  <dcterms:created xsi:type="dcterms:W3CDTF">2026-10-06T18:00:03Z</dcterms:created>
  <dcterms:modified xsi:type="dcterms:W3CDTF">2026-10-20T17:07:03Z</dcterms:modified>
</cp:coreProperties>
</file>