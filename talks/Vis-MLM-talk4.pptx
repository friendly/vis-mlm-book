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 id="283" r:id="rId67"/>
    <p:sldId id="284" r:id="rId68"/>
    <p:sldId id="286" r:id="rId69"/>
    <p:sldId id="291" r:id="rId70"/>
    <p:sldId id="292" r:id="rId71"/>
    <p:sldId id="279" r:id="rId72"/>
    <p:sldId id="462" r:id="rId73"/>
    <p:sldId id="285" r:id="rId74"/>
    <p:sldId id="287" r:id="rId75"/>
    <p:sldId id="288" r:id="rId76"/>
    <p:sldId id="301" r:id="rId77"/>
    <p:sldId id="307" r:id="rId78"/>
    <p:sldId id="308" r:id="rId79"/>
    <p:sldId id="309" r:id="rId80"/>
    <p:sldId id="315" r:id="rId81"/>
    <p:sldId id="316" r:id="rId82"/>
    <p:sldId id="321" r:id="rId83"/>
    <p:sldId id="264"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err="1"/>
              <a:t>Mathscore</a:t>
            </a:r>
            <a:r>
              <a:rPr lang="en-CA" dirty="0"/>
              <a:t> data: two groups, basic math (BM) and word problems (WP). 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72</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5.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6.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8.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6.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1.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1.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7.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72.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9.xml"/><Relationship Id="rId1" Type="http://schemas.openxmlformats.org/officeDocument/2006/relationships/slideLayout" Target="../slideLayouts/slideLayout3.xml"/><Relationship Id="rId5" Type="http://schemas.openxmlformats.org/officeDocument/2006/relationships/image" Target="../media/image120.pn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a:t>Snub Nose</a:t>
            </a:r>
            <a:endParaRPr lang="en-CA" sz="1600" dirty="0"/>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01200" y="15494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92400" y="13149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9400" y="1329592"/>
            <a:ext cx="2286000" cy="2286000"/>
          </a:xfrm>
          <a:prstGeom prst="rect">
            <a:avLst/>
          </a:prstGeom>
        </p:spPr>
      </p:pic>
      <p:cxnSp>
        <p:nvCxnSpPr>
          <p:cNvPr id="8" name="Straight Arrow Connector 7"/>
          <p:cNvCxnSpPr/>
          <p:nvPr/>
        </p:nvCxnSpPr>
        <p:spPr>
          <a:xfrm>
            <a:off x="46736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286000" cy="2286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9861463"/>
              </p:ext>
            </p:extLst>
          </p:nvPr>
        </p:nvGraphicFramePr>
        <p:xfrm>
          <a:off x="4138800" y="55430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5430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69</a:t>
            </a:fld>
            <a:endParaRPr lang="en-CA"/>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5517956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7878202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370433655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21316050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7197533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16370766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608173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6789</TotalTime>
  <Words>6829</Words>
  <Application>Microsoft Office PowerPoint</Application>
  <PresentationFormat>Widescreen</PresentationFormat>
  <Paragraphs>716</Paragraphs>
  <Slides>83</Slides>
  <Notes>79</Notes>
  <HiddenSlides>18</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83</vt:i4>
      </vt:variant>
    </vt:vector>
  </HeadingPairs>
  <TitlesOfParts>
    <vt:vector size="95"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lpstr>Seeing multivariate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84</cp:revision>
  <dcterms:created xsi:type="dcterms:W3CDTF">2026-10-06T18:00:03Z</dcterms:created>
  <dcterms:modified xsi:type="dcterms:W3CDTF">2026-10-26T13:51:31Z</dcterms:modified>
</cp:coreProperties>
</file>