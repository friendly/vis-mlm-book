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a romance in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73267" autoAdjust="0"/>
  </p:normalViewPr>
  <p:slideViewPr>
    <p:cSldViewPr snapToGrid="0">
      <p:cViewPr varScale="1">
        <p:scale>
          <a:sx n="74" d="100"/>
          <a:sy n="74" d="100"/>
        </p:scale>
        <p:origin x="1230" y="72"/>
      </p:cViewPr>
      <p:guideLst/>
    </p:cSldViewPr>
  </p:slideViewPr>
  <p:notesTextViewPr>
    <p:cViewPr>
      <p:scale>
        <a:sx n="1" d="1"/>
        <a:sy n="1" d="1"/>
      </p:scale>
      <p:origin x="0" y="0"/>
    </p:cViewPr>
  </p:notesTextViewPr>
  <p:sorterViewPr>
    <p:cViewPr varScale="1">
      <p:scale>
        <a:sx n="100" d="100"/>
        <a:sy n="100" d="100"/>
      </p:scale>
      <p:origin x="0" y="-1791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are the running example.</a:t>
            </a:r>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endParaRPr lang="en-CA" dirty="0"/>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2.png"/><Relationship Id="rId5" Type="http://schemas.microsoft.com/office/2007/relationships/hdphoto" Target="../media/hdphoto1.wdp"/><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gif"/><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54.emf"/><Relationship Id="rId5" Type="http://schemas.openxmlformats.org/officeDocument/2006/relationships/image" Target="../media/image53.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54.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61.gif"/><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63.gif"/><Relationship Id="rId4" Type="http://schemas.openxmlformats.org/officeDocument/2006/relationships/image" Target="../media/image62.gif"/></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media/image65.png"/><Relationship Id="rId5" Type="http://schemas.openxmlformats.org/officeDocument/2006/relationships/image" Target="../media/image10.png"/><Relationship Id="rId4" Type="http://schemas.openxmlformats.org/officeDocument/2006/relationships/image" Target="../media/image54.emf"/></Relationships>
</file>

<file path=ppt/slides/_rels/slide4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6.xml"/><Relationship Id="rId5" Type="http://schemas.openxmlformats.org/officeDocument/2006/relationships/image" Target="../media/image69.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81.wmf"/><Relationship Id="rId5" Type="http://schemas.openxmlformats.org/officeDocument/2006/relationships/oleObject" Target="../embeddings/oleObject1.bin"/><Relationship Id="rId4" Type="http://schemas.openxmlformats.org/officeDocument/2006/relationships/image" Target="../media/image80.png"/></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4.wmf"/><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83.png"/><Relationship Id="rId4" Type="http://schemas.openxmlformats.org/officeDocument/2006/relationships/image" Target="../media/image82.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89.png"/><Relationship Id="rId4" Type="http://schemas.openxmlformats.org/officeDocument/2006/relationships/image" Target="../media/image88.png"/></Relationships>
</file>

<file path=ppt/slides/_rels/slide54.xml.rels><?xml version="1.0" encoding="UTF-8" standalone="yes"?>
<Relationships xmlns="http://schemas.openxmlformats.org/package/2006/relationships"><Relationship Id="rId3" Type="http://schemas.openxmlformats.org/officeDocument/2006/relationships/image" Target="../media/image90.jp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4.xml"/><Relationship Id="rId1" Type="http://schemas.openxmlformats.org/officeDocument/2006/relationships/slideLayout" Target="../slideLayouts/slideLayout4.xml"/><Relationship Id="rId4" Type="http://schemas.openxmlformats.org/officeDocument/2006/relationships/image" Target="../media/image94.png"/></Relationships>
</file>

<file path=ppt/slides/_rels/slide5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7.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70.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informative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28</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32</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35</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36</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sp>
        <p:nvSpPr>
          <p:cNvPr id="3" name="Slide Number Placeholder 2"/>
          <p:cNvSpPr>
            <a:spLocks noGrp="1"/>
          </p:cNvSpPr>
          <p:nvPr>
            <p:ph type="sldNum" sz="quarter" idx="12"/>
          </p:nvPr>
        </p:nvSpPr>
        <p:spPr/>
        <p:txBody>
          <a:bodyPr/>
          <a:lstStyle/>
          <a:p>
            <a:fld id="{621225AB-15B9-4C79-A121-04D1DC7E2307}" type="slidenum">
              <a:rPr lang="en-US" smtClean="0"/>
              <a:t>38</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42</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45</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3" name="Slide Number Placeholder 2"/>
          <p:cNvSpPr>
            <a:spLocks noGrp="1"/>
          </p:cNvSpPr>
          <p:nvPr>
            <p:ph type="sldNum" sz="quarter" idx="12"/>
          </p:nvPr>
        </p:nvSpPr>
        <p:spPr/>
        <p:txBody>
          <a:bodyPr/>
          <a:lstStyle/>
          <a:p>
            <a:fld id="{810B7604-93B8-4136-B9BD-D1CE89EE20B0}" type="slidenum">
              <a:rPr lang="en-US" smtClean="0"/>
              <a:t>51</a:t>
            </a:fld>
            <a:endParaRPr lang="en-US"/>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53</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70</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74</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5927</TotalTime>
  <Words>6353</Words>
  <Application>Microsoft Office PowerPoint</Application>
  <PresentationFormat>Widescreen</PresentationFormat>
  <Paragraphs>613</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48</cp:revision>
  <dcterms:created xsi:type="dcterms:W3CDTF">2026-10-06T18:00:03Z</dcterms:created>
  <dcterms:modified xsi:type="dcterms:W3CDTF">2026-10-17T17:19:58Z</dcterms:modified>
</cp:coreProperties>
</file>