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 id="283" r:id="rId67"/>
    <p:sldId id="284" r:id="rId68"/>
    <p:sldId id="286" r:id="rId69"/>
    <p:sldId id="291" r:id="rId70"/>
    <p:sldId id="292" r:id="rId71"/>
    <p:sldId id="279" r:id="rId72"/>
    <p:sldId id="462" r:id="rId73"/>
    <p:sldId id="285" r:id="rId74"/>
    <p:sldId id="287" r:id="rId75"/>
    <p:sldId id="288" r:id="rId76"/>
    <p:sldId id="301" r:id="rId77"/>
    <p:sldId id="307" r:id="rId78"/>
    <p:sldId id="308" r:id="rId79"/>
    <p:sldId id="309" r:id="rId80"/>
    <p:sldId id="315" r:id="rId81"/>
    <p:sldId id="316" r:id="rId82"/>
    <p:sldId id="321" r:id="rId83"/>
    <p:sldId id="264"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72</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5.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8.png"/><Relationship Id="rId7"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25.xml"/><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image" Target="../media/image90.wmf"/><Relationship Id="rId5" Type="http://schemas.openxmlformats.org/officeDocument/2006/relationships/oleObject" Target="../embeddings/oleObject1.bin"/><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3.wmf"/><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2.png"/><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0.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4.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8.jp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7.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3.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102.png"/></Relationships>
</file>

<file path=ppt/slides/_rels/slide6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2.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6.gif"/><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8.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80.xml"/><Relationship Id="rId1" Type="http://schemas.openxmlformats.org/officeDocument/2006/relationships/slideLayout" Target="../slideLayouts/slideLayout3.xml"/><Relationship Id="rId5" Type="http://schemas.openxmlformats.org/officeDocument/2006/relationships/image" Target="../media/image123.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69</a:t>
            </a:fld>
            <a:endParaRPr lang="en-CA"/>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5517956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7878202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37043365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21316050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7197533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16370766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608173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6976</TotalTime>
  <Words>6938</Words>
  <Application>Microsoft Office PowerPoint</Application>
  <PresentationFormat>Widescreen</PresentationFormat>
  <Paragraphs>731</Paragraphs>
  <Slides>83</Slides>
  <Notes>80</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95"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86</cp:revision>
  <dcterms:created xsi:type="dcterms:W3CDTF">2026-10-06T18:00:03Z</dcterms:created>
  <dcterms:modified xsi:type="dcterms:W3CDTF">2026-10-26T17:49:00Z</dcterms:modified>
</cp:coreProperties>
</file>