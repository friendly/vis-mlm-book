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293" r:id="rId40"/>
    <p:sldId id="294" r:id="rId41"/>
    <p:sldId id="295" r:id="rId42"/>
    <p:sldId id="465" r:id="rId43"/>
    <p:sldId id="297" r:id="rId44"/>
    <p:sldId id="298" r:id="rId45"/>
    <p:sldId id="466" r:id="rId46"/>
    <p:sldId id="327" r:id="rId47"/>
    <p:sldId id="328" r:id="rId48"/>
    <p:sldId id="329" r:id="rId49"/>
    <p:sldId id="302" r:id="rId50"/>
    <p:sldId id="303" r:id="rId51"/>
    <p:sldId id="449" r:id="rId52"/>
    <p:sldId id="306" r:id="rId53"/>
    <p:sldId id="469" r:id="rId54"/>
    <p:sldId id="318" r:id="rId55"/>
    <p:sldId id="319" r:id="rId56"/>
    <p:sldId id="320" r:id="rId57"/>
    <p:sldId id="310" r:id="rId58"/>
    <p:sldId id="311" r:id="rId59"/>
    <p:sldId id="313" r:id="rId60"/>
    <p:sldId id="314" r:id="rId61"/>
    <p:sldId id="322" r:id="rId62"/>
    <p:sldId id="323" r:id="rId63"/>
    <p:sldId id="324" r:id="rId64"/>
    <p:sldId id="283" r:id="rId65"/>
    <p:sldId id="284" r:id="rId66"/>
    <p:sldId id="286" r:id="rId67"/>
    <p:sldId id="291" r:id="rId68"/>
    <p:sldId id="292" r:id="rId69"/>
    <p:sldId id="279" r:id="rId70"/>
    <p:sldId id="462" r:id="rId71"/>
    <p:sldId id="285" r:id="rId72"/>
    <p:sldId id="287" r:id="rId73"/>
    <p:sldId id="288" r:id="rId74"/>
    <p:sldId id="463" r:id="rId75"/>
    <p:sldId id="299" r:id="rId76"/>
    <p:sldId id="300" r:id="rId77"/>
    <p:sldId id="301" r:id="rId78"/>
    <p:sldId id="307" r:id="rId79"/>
    <p:sldId id="308" r:id="rId80"/>
    <p:sldId id="309" r:id="rId81"/>
    <p:sldId id="315" r:id="rId82"/>
    <p:sldId id="316" r:id="rId83"/>
    <p:sldId id="317" r:id="rId84"/>
    <p:sldId id="3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463"/>
            <p14:sldId id="299"/>
            <p14:sldId id="300"/>
            <p14:sldId id="301"/>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4" d="100"/>
          <a:sy n="74" d="100"/>
        </p:scale>
        <p:origin x="618" y="72"/>
      </p:cViewPr>
      <p:guideLst/>
    </p:cSldViewPr>
  </p:slideViewPr>
  <p:notesTextViewPr>
    <p:cViewPr>
      <p:scale>
        <a:sx n="1" d="1"/>
        <a:sy n="1" d="1"/>
      </p:scale>
      <p:origin x="0" y="0"/>
    </p:cViewPr>
  </p:notesTextViewPr>
  <p:sorterViewPr>
    <p:cViewPr varScale="1">
      <p:scale>
        <a:sx n="100" d="100"/>
        <a:sy n="100" d="100"/>
      </p:scale>
      <p:origin x="0" y="-13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42</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45</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51</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70</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74</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443320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528608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40.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47.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6.png"/><Relationship Id="rId5" Type="http://schemas.microsoft.com/office/2007/relationships/hdphoto" Target="../media/hdphoto1.wdp"/><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8.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51.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42.png"/><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3" Type="http://schemas.openxmlformats.org/officeDocument/2006/relationships/image" Target="../media/image53.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 Id="rId5" Type="http://schemas.openxmlformats.org/officeDocument/2006/relationships/image" Target="../media/image57.wmf"/><Relationship Id="rId4" Type="http://schemas.openxmlformats.org/officeDocument/2006/relationships/image" Target="../media/image56.png"/></Relationships>
</file>

<file path=ppt/slides/_rels/slide3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7.wmf"/><Relationship Id="rId5" Type="http://schemas.openxmlformats.org/officeDocument/2006/relationships/image" Target="../media/image59.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61.png"/></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7.w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6.gif"/><Relationship Id="rId4" Type="http://schemas.openxmlformats.org/officeDocument/2006/relationships/image" Target="../media/image65.gif"/></Relationships>
</file>

<file path=ppt/slides/_rels/slide3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68.png"/><Relationship Id="rId5" Type="http://schemas.openxmlformats.org/officeDocument/2006/relationships/image" Target="../media/image10.png"/><Relationship Id="rId4" Type="http://schemas.openxmlformats.org/officeDocument/2006/relationships/image" Target="../media/image57.wmf"/></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2.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74.png"/><Relationship Id="rId7" Type="http://schemas.openxmlformats.org/officeDocument/2006/relationships/image" Target="../media/image78.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77.png"/><Relationship Id="rId5" Type="http://schemas.openxmlformats.org/officeDocument/2006/relationships/image" Target="../media/image76.png"/><Relationship Id="rId4" Type="http://schemas.openxmlformats.org/officeDocument/2006/relationships/image" Target="../media/image75.png"/></Relationships>
</file>

<file path=ppt/slides/_rels/slide46.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2.png"/><Relationship Id="rId4" Type="http://schemas.openxmlformats.org/officeDocument/2006/relationships/image" Target="../media/image81.png"/></Relationships>
</file>

<file path=ppt/slides/_rels/slide4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4.wmf"/><Relationship Id="rId5" Type="http://schemas.openxmlformats.org/officeDocument/2006/relationships/oleObject" Target="../embeddings/oleObject1.bin"/><Relationship Id="rId4" Type="http://schemas.openxmlformats.org/officeDocument/2006/relationships/image" Target="../media/image83.png"/></Relationships>
</file>

<file path=ppt/slides/_rels/slide48.xml.rels><?xml version="1.0" encoding="UTF-8" standalone="yes"?>
<Relationships xmlns="http://schemas.openxmlformats.org/package/2006/relationships"><Relationship Id="rId3" Type="http://schemas.openxmlformats.org/officeDocument/2006/relationships/image" Target="../media/image81.png"/><Relationship Id="rId7" Type="http://schemas.openxmlformats.org/officeDocument/2006/relationships/image" Target="../media/image87.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86.png"/><Relationship Id="rId4" Type="http://schemas.openxmlformats.org/officeDocument/2006/relationships/image" Target="../media/image85.png"/></Relationships>
</file>

<file path=ppt/slides/_rels/slide49.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92.png"/><Relationship Id="rId4" Type="http://schemas.openxmlformats.org/officeDocument/2006/relationships/image" Target="../media/image91.png"/></Relationships>
</file>

<file path=ppt/slides/_rels/slide54.xml.rels><?xml version="1.0" encoding="UTF-8" standalone="yes"?>
<Relationships xmlns="http://schemas.openxmlformats.org/package/2006/relationships"><Relationship Id="rId3" Type="http://schemas.openxmlformats.org/officeDocument/2006/relationships/image" Target="../media/image93.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4.xml"/><Relationship Id="rId1" Type="http://schemas.openxmlformats.org/officeDocument/2006/relationships/slideLayout" Target="../slideLayouts/slideLayout29.xml"/><Relationship Id="rId4" Type="http://schemas.openxmlformats.org/officeDocument/2006/relationships/image" Target="../media/image97.png"/></Relationships>
</file>

<file path=ppt/slides/_rels/slide59.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5.xml"/><Relationship Id="rId1" Type="http://schemas.openxmlformats.org/officeDocument/2006/relationships/slideLayout" Target="../slideLayouts/slideLayout29.xml"/><Relationship Id="rId4" Type="http://schemas.openxmlformats.org/officeDocument/2006/relationships/image" Target="../media/image8.png"/></Relationships>
</file>

<file path=ppt/slides/_rels/slide6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6.xml"/><Relationship Id="rId1" Type="http://schemas.openxmlformats.org/officeDocument/2006/relationships/slideLayout" Target="../slideLayouts/slideLayout29.xml"/><Relationship Id="rId4" Type="http://schemas.openxmlformats.org/officeDocument/2006/relationships/image" Target="../media/image6.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29.xml"/><Relationship Id="rId4" Type="http://schemas.openxmlformats.org/officeDocument/2006/relationships/image" Target="../media/image5.jpg"/></Relationships>
</file>

<file path=ppt/slides/_rels/slide63.xml.rels><?xml version="1.0" encoding="UTF-8" standalone="yes"?>
<Relationships xmlns="http://schemas.openxmlformats.org/package/2006/relationships"><Relationship Id="rId2" Type="http://schemas.openxmlformats.org/officeDocument/2006/relationships/image" Target="../media/image100.gif"/><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3" Type="http://schemas.openxmlformats.org/officeDocument/2006/relationships/image" Target="../media/image66.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13000">
              <a:schemeClr val="accent1">
                <a:lumMod val="40000"/>
                <a:lumOff val="60000"/>
              </a:schemeClr>
            </a:gs>
            <a:gs pos="41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98490" y="320039"/>
            <a:ext cx="2652353" cy="2652353"/>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39"/>
            <a:ext cx="3713292" cy="2652351"/>
          </a:xfrm>
          <a:prstGeom prst="rect">
            <a:avLst/>
          </a:prstGeom>
        </p:spPr>
      </p:pic>
      <p:pic>
        <p:nvPicPr>
          <p:cNvPr id="6" name="Thumbnail: HE plot" descr="image.png"/>
          <p:cNvPicPr>
            <a:picLocks noChangeAspect="1"/>
          </p:cNvPicPr>
          <p:nvPr/>
        </p:nvPicPr>
        <p:blipFill>
          <a:blip r:embed="rId7"/>
          <a:stretch>
            <a:fillRect/>
          </a:stretch>
        </p:blipFill>
        <p:spPr>
          <a:xfrm>
            <a:off x="7813452" y="344842"/>
            <a:ext cx="3713293" cy="2652352"/>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19</a:t>
            </a:fld>
            <a:endParaRPr lang="en-CA"/>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23</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24</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25</a:t>
            </a:fld>
            <a:endParaRPr lang="en-CA"/>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28</a:t>
            </a:fld>
            <a:endParaRPr lang="en-CA"/>
          </a:p>
        </p:txBody>
      </p:sp>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29</a:t>
            </a:fld>
            <a:endParaRPr lang="en-CA"/>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31</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5">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32</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35</a:t>
            </a:fld>
            <a:endParaRPr lang="en-CA"/>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37</a:t>
            </a:fld>
            <a:endParaRPr lang="en-CA"/>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38</a:t>
            </a:fld>
            <a:endParaRPr lang="en-CA"/>
          </a:p>
        </p:txBody>
      </p:sp>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39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42</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43</a:t>
            </a:fld>
            <a:endParaRPr lang="en-CA"/>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
        <p:nvSpPr>
          <p:cNvPr id="4" name="Slide Number Placeholder 4"/>
          <p:cNvSpPr>
            <a:spLocks noGrp="1"/>
          </p:cNvSpPr>
          <p:nvPr>
            <p:ph type="sldNum" sz="quarter" idx="12"/>
          </p:nvPr>
        </p:nvSpPr>
        <p:spPr/>
        <p:txBody>
          <a:bodyPr/>
          <a:lstStyle/>
          <a:p>
            <a:fld id="{9BFB2853-4965-4727-91C4-384EB30D99A4}" type="slidenum">
              <a:rPr lang="en-CA"/>
              <a:t>44</a:t>
            </a:fld>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114728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2988017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3796749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49</a:t>
            </a:fld>
            <a:endParaRPr lang="en-CA"/>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51</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59</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b="1" dirty="0"/>
              <a:t>Visual thinning</a:t>
            </a:r>
            <a:r>
              <a:rPr dirty="0"/>
              <a:t>: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61</a:t>
            </a:fld>
            <a:endParaRPr lang="en-CA"/>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68</a:t>
            </a:fld>
            <a:endParaRPr lang="en-CA"/>
          </a:p>
        </p:txBody>
      </p:sp>
    </p:spTree>
    <p:extLst>
      <p:ext uri="{BB962C8B-B14F-4D97-AF65-F5344CB8AC3E}">
        <p14:creationId xmlns:p14="http://schemas.microsoft.com/office/powerpoint/2010/main" val="25517956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7878202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37043365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1316050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1719753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6370766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35026891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30095622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
        <p:nvSpPr>
          <p:cNvPr id="5" name="Slide Number Placeholder 5"/>
          <p:cNvSpPr>
            <a:spLocks noGrp="1"/>
          </p:cNvSpPr>
          <p:nvPr>
            <p:ph type="sldNum" sz="quarter" idx="12"/>
          </p:nvPr>
        </p:nvSpPr>
        <p:spPr/>
        <p:txBody>
          <a:bodyPr/>
          <a:lstStyle/>
          <a:p>
            <a:fld id="{9BFB2853-4965-4727-91C4-384EB30D99A4}" type="slidenum">
              <a:rPr lang="en-CA"/>
              <a:t>76</a:t>
            </a:fld>
            <a:endParaRPr lang="en-CA"/>
          </a:p>
        </p:txBody>
      </p:sp>
    </p:spTree>
    <p:extLst>
      <p:ext uri="{BB962C8B-B14F-4D97-AF65-F5344CB8AC3E}">
        <p14:creationId xmlns:p14="http://schemas.microsoft.com/office/powerpoint/2010/main" val="29171991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extLst>
      <p:ext uri="{BB962C8B-B14F-4D97-AF65-F5344CB8AC3E}">
        <p14:creationId xmlns:p14="http://schemas.microsoft.com/office/powerpoint/2010/main" val="2608173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
        <p:nvSpPr>
          <p:cNvPr id="4" name="Slide Number Placeholder 4"/>
          <p:cNvSpPr>
            <a:spLocks noGrp="1"/>
          </p:cNvSpPr>
          <p:nvPr>
            <p:ph type="sldNum" sz="quarter" idx="12"/>
          </p:nvPr>
        </p:nvSpPr>
        <p:spPr/>
        <p:txBody>
          <a:bodyPr/>
          <a:lstStyle/>
          <a:p>
            <a:fld id="{9BFB2853-4965-4727-91C4-384EB30D99A4}" type="slidenum">
              <a:rPr lang="en-CA"/>
              <a:t>83</a:t>
            </a:fld>
            <a:endParaRPr lang="en-CA"/>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84</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6511</TotalTime>
  <Words>6634</Words>
  <Application>Microsoft Office PowerPoint</Application>
  <PresentationFormat>Widescreen</PresentationFormat>
  <Paragraphs>698</Paragraphs>
  <Slides>84</Slides>
  <Notes>78</Notes>
  <HiddenSlides>21</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84</vt:i4>
      </vt:variant>
    </vt:vector>
  </HeadingPairs>
  <TitlesOfParts>
    <vt:vector size="95"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Bias vs. Precision tradeoff</vt:lpstr>
      <vt:lpstr>From the t-test to Hotelling's T²</vt:lpstr>
      <vt:lpstr>The Hypothesis-Error plot framework</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64</cp:revision>
  <dcterms:created xsi:type="dcterms:W3CDTF">2026-10-06T18:00:03Z</dcterms:created>
  <dcterms:modified xsi:type="dcterms:W3CDTF">2026-10-20T16:46:24Z</dcterms:modified>
</cp:coreProperties>
</file>