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301" r:id="rId75"/>
    <p:sldId id="307" r:id="rId76"/>
    <p:sldId id="308" r:id="rId77"/>
    <p:sldId id="309" r:id="rId78"/>
    <p:sldId id="315" r:id="rId79"/>
    <p:sldId id="316" r:id="rId80"/>
    <p:sldId id="321"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73267" autoAdjust="0"/>
  </p:normalViewPr>
  <p:slideViewPr>
    <p:cSldViewPr snapToGrid="0">
      <p:cViewPr varScale="1">
        <p:scale>
          <a:sx n="74" d="100"/>
          <a:sy n="74" d="100"/>
        </p:scale>
        <p:origin x="1344" y="72"/>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6.png"/><Relationship Id="rId5" Type="http://schemas.microsoft.com/office/2007/relationships/hdphoto" Target="../media/hdphoto1.wdp"/><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8.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2.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5" Type="http://schemas.openxmlformats.org/officeDocument/2006/relationships/image" Target="../media/image57.wmf"/><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2.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3.xml"/><Relationship Id="rId4" Type="http://schemas.openxmlformats.org/officeDocument/2006/relationships/image" Target="../media/image76.png"/></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4.png"/><Relationship Id="rId7" Type="http://schemas.openxmlformats.org/officeDocument/2006/relationships/image" Target="../media/image80.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4.png"/><Relationship Id="rId4" Type="http://schemas.openxmlformats.org/officeDocument/2006/relationships/image" Target="../media/image83.png"/></Relationships>
</file>

<file path=ppt/slides/_rels/slide4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6.wmf"/><Relationship Id="rId5" Type="http://schemas.openxmlformats.org/officeDocument/2006/relationships/oleObject" Target="../embeddings/oleObject1.bin"/><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7" Type="http://schemas.openxmlformats.org/officeDocument/2006/relationships/image" Target="../media/image89.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6.png"/><Relationship Id="rId4" Type="http://schemas.openxmlformats.org/officeDocument/2006/relationships/image" Target="../media/image93.png"/></Relationships>
</file>

<file path=ppt/slides/_rels/slide54.xml.rels><?xml version="1.0" encoding="UTF-8" standalone="yes"?>
<Relationships xmlns="http://schemas.openxmlformats.org/package/2006/relationships"><Relationship Id="rId3" Type="http://schemas.openxmlformats.org/officeDocument/2006/relationships/image" Target="../media/image94.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3.xml"/><Relationship Id="rId4" Type="http://schemas.openxmlformats.org/officeDocument/2006/relationships/image" Target="../media/image99.png"/></Relationships>
</file>

<file path=ppt/slides/_rels/slide5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8.png"/></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101.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2608173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6527</TotalTime>
  <Words>6463</Words>
  <Application>Microsoft Office PowerPoint</Application>
  <PresentationFormat>Widescreen</PresentationFormat>
  <Paragraphs>674</Paragraphs>
  <Slides>80</Slides>
  <Notes>75</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80</vt:i4>
      </vt:variant>
    </vt:vector>
  </HeadingPairs>
  <TitlesOfParts>
    <vt:vector size="91"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68</cp:revision>
  <dcterms:created xsi:type="dcterms:W3CDTF">2026-10-06T18:00:03Z</dcterms:created>
  <dcterms:modified xsi:type="dcterms:W3CDTF">2026-10-20T17:25:49Z</dcterms:modified>
</cp:coreProperties>
</file>