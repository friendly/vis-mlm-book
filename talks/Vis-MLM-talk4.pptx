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5"/>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 id="283" r:id="rId67"/>
    <p:sldId id="284" r:id="rId68"/>
    <p:sldId id="286" r:id="rId69"/>
    <p:sldId id="291" r:id="rId70"/>
    <p:sldId id="292" r:id="rId71"/>
    <p:sldId id="279" r:id="rId72"/>
    <p:sldId id="462" r:id="rId73"/>
    <p:sldId id="285" r:id="rId74"/>
    <p:sldId id="287" r:id="rId75"/>
    <p:sldId id="288" r:id="rId76"/>
    <p:sldId id="301" r:id="rId77"/>
    <p:sldId id="307" r:id="rId78"/>
    <p:sldId id="308" r:id="rId79"/>
    <p:sldId id="309" r:id="rId80"/>
    <p:sldId id="315" r:id="rId81"/>
    <p:sldId id="316" r:id="rId82"/>
    <p:sldId id="321" r:id="rId83"/>
    <p:sldId id="264"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870" y="66"/>
      </p:cViewPr>
      <p:guideLst/>
    </p:cSldViewPr>
  </p:slideViewPr>
  <p:notesTextViewPr>
    <p:cViewPr>
      <p:scale>
        <a:sx n="1" d="1"/>
        <a:sy n="1" d="1"/>
      </p:scale>
      <p:origin x="0" y="0"/>
    </p:cViewPr>
  </p:notesTextViewPr>
  <p:sorterViewPr>
    <p:cViewPr varScale="1">
      <p:scale>
        <a:sx n="100" d="100"/>
        <a:sy n="100" d="100"/>
      </p:scale>
      <p:origin x="0" y="-1258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lang="en-CA"/>
              <a:t>Snub Nose – stubbiest bill (short and deep)</a:t>
            </a:r>
            <a:endParaRPr lang="en-CA" dirty="0"/>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err="1"/>
              <a:t>Mathscore</a:t>
            </a:r>
            <a:r>
              <a:rPr lang="en-CA" dirty="0"/>
              <a:t> data: two groups, basic math (BM) and word problems (WP). 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txBody>
          <a:bodyPr/>
          <a:lstStyle/>
          <a:p>
            <a:endParaRPr lang="en-CA"/>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72</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2026-10-26</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2026-10-26</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5.xml"/><Relationship Id="rId5" Type="http://schemas.openxmlformats.org/officeDocument/2006/relationships/image" Target="../media/image25.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8.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3.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8.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0.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1.xml"/><Relationship Id="rId5" Type="http://schemas.openxmlformats.org/officeDocument/2006/relationships/image" Target="../media/image73.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3.xml"/><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6.png"/><Relationship Id="rId7" Type="http://schemas.openxmlformats.org/officeDocument/2006/relationships/image" Target="../media/image82.png"/><Relationship Id="rId2" Type="http://schemas.openxmlformats.org/officeDocument/2006/relationships/notesSlide" Target="../notesSlides/notesSlide45.xml"/><Relationship Id="rId1" Type="http://schemas.openxmlformats.org/officeDocument/2006/relationships/slideLayout" Target="../slideLayouts/slideLayout24.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6.xml"/><Relationship Id="rId1" Type="http://schemas.openxmlformats.org/officeDocument/2006/relationships/slideLayout" Target="../slideLayouts/slideLayout25.xml"/><Relationship Id="rId5" Type="http://schemas.openxmlformats.org/officeDocument/2006/relationships/image" Target="../media/image86.png"/><Relationship Id="rId4" Type="http://schemas.openxmlformats.org/officeDocument/2006/relationships/image" Target="../media/image85.png"/></Relationships>
</file>

<file path=ppt/slides/_rels/slide4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7.xml"/><Relationship Id="rId1" Type="http://schemas.openxmlformats.org/officeDocument/2006/relationships/slideLayout" Target="../slideLayouts/slideLayout25.xml"/><Relationship Id="rId6" Type="http://schemas.openxmlformats.org/officeDocument/2006/relationships/image" Target="../media/image88.wmf"/><Relationship Id="rId5" Type="http://schemas.openxmlformats.org/officeDocument/2006/relationships/oleObject" Target="../embeddings/oleObject1.bin"/><Relationship Id="rId4" Type="http://schemas.openxmlformats.org/officeDocument/2006/relationships/image" Target="../media/image87.png"/></Relationships>
</file>

<file path=ppt/slides/_rels/slide50.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91.wmf"/><Relationship Id="rId2" Type="http://schemas.openxmlformats.org/officeDocument/2006/relationships/notesSlide" Target="../notesSlides/notesSlide48.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png"/></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0.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3.xml"/><Relationship Id="rId1" Type="http://schemas.openxmlformats.org/officeDocument/2006/relationships/slideLayout" Target="../slideLayouts/slideLayout25.xml"/><Relationship Id="rId5" Type="http://schemas.openxmlformats.org/officeDocument/2006/relationships/image" Target="../media/image78.png"/><Relationship Id="rId4" Type="http://schemas.openxmlformats.org/officeDocument/2006/relationships/image" Target="../media/image95.png"/></Relationships>
</file>

<file path=ppt/slides/_rels/slide56.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1.png"/></Relationships>
</file>

<file path=ppt/slides/_rels/slide6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7.xml"/><Relationship Id="rId1" Type="http://schemas.openxmlformats.org/officeDocument/2006/relationships/slideLayout" Target="../slideLayouts/slideLayout30.xml"/><Relationship Id="rId4" Type="http://schemas.openxmlformats.org/officeDocument/2006/relationships/image" Target="../media/image100.png"/></Relationships>
</file>

<file path=ppt/slides/_rels/slide6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8.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1.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4.gif"/><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7.xml"/><Relationship Id="rId1" Type="http://schemas.openxmlformats.org/officeDocument/2006/relationships/slideLayout" Target="../slideLayouts/slideLayout6.xml"/><Relationship Id="rId4" Type="http://schemas.openxmlformats.org/officeDocument/2006/relationships/image" Target="../media/image39.png"/></Relationships>
</file>

<file path=ppt/slides/_rels/slide72.xml.rels><?xml version="1.0" encoding="UTF-8" standalone="yes"?>
<Relationships xmlns="http://schemas.openxmlformats.org/package/2006/relationships"><Relationship Id="rId3" Type="http://schemas.openxmlformats.org/officeDocument/2006/relationships/image" Target="../media/image67.gif"/><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79.xml"/><Relationship Id="rId1" Type="http://schemas.openxmlformats.org/officeDocument/2006/relationships/slideLayout" Target="../slideLayouts/slideLayout3.xml"/><Relationship Id="rId5" Type="http://schemas.openxmlformats.org/officeDocument/2006/relationships/image" Target="../media/image121.pn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77426" cy="396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681621" y="2785942"/>
            <a:ext cx="2599713"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2785942"/>
            <a:ext cx="2599713"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4"/>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a:t>Snub Nose</a:t>
            </a:r>
            <a:endParaRPr lang="en-CA" sz="1400" dirty="0"/>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a:t>Snub Nose</a:t>
            </a:r>
            <a:endParaRPr lang="en-CA" sz="1600" dirty="0"/>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01200" y="15494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92400" y="13149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59400" y="1329592"/>
            <a:ext cx="2286000" cy="2286000"/>
          </a:xfrm>
          <a:prstGeom prst="rect">
            <a:avLst/>
          </a:prstGeom>
        </p:spPr>
      </p:pic>
      <p:cxnSp>
        <p:nvCxnSpPr>
          <p:cNvPr id="8" name="Straight Arrow Connector 7"/>
          <p:cNvCxnSpPr/>
          <p:nvPr/>
        </p:nvCxnSpPr>
        <p:spPr>
          <a:xfrm>
            <a:off x="46736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286000" cy="2286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9861463"/>
              </p:ext>
            </p:extLst>
          </p:nvPr>
        </p:nvGraphicFramePr>
        <p:xfrm>
          <a:off x="4138800" y="55430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5430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t>'</a:t>
            </a:r>
            <a:r>
              <a:rPr lang="en-CA"/>
              <a:t>Snub Nose</a:t>
            </a:r>
            <a:r>
              <a:t>', </a:t>
            </a:r>
            <a:r>
              <a:rPr dirty="0"/>
              <a:t>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a:t>
            </a:r>
            <a:r>
              <a:rPr lang="en-CA"/>
              <a:t>Snub Nose</a:t>
            </a:r>
            <a:r>
              <a:t> gets 0.13</a:t>
            </a:r>
          </a:p>
        </p:txBody>
      </p:sp>
      <p:pic>
        <p:nvPicPr>
          <p:cNvPr id="9" name="Picture 3" descr="fig-peng-robmlm-plot-1.png">
            <a:extLst>
              <a:ext uri="{FF2B5EF4-FFF2-40B4-BE49-F238E27FC236}">
                <a16:creationId xmlns:a16="http://schemas.microsoft.com/office/drawing/2014/main" id="{5F48EC4D-C76D-2692-B5DC-0AE6EFE9081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68</a:t>
            </a:fld>
            <a:endParaRPr lang="en-CA"/>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69</a:t>
            </a:fld>
            <a:endParaRPr lang="en-CA"/>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255179568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7878202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370433655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213160507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17197533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163707666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608173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6789</TotalTime>
  <Words>6829</Words>
  <Application>Microsoft Office PowerPoint</Application>
  <PresentationFormat>Widescreen</PresentationFormat>
  <Paragraphs>716</Paragraphs>
  <Slides>83</Slides>
  <Notes>79</Notes>
  <HiddenSlides>18</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83</vt:i4>
      </vt:variant>
    </vt:vector>
  </HeadingPairs>
  <TitlesOfParts>
    <vt:vector size="95" baseType="lpstr">
      <vt:lpstr>Aptos</vt:lpstr>
      <vt:lpstr>Aptos Display</vt:lpstr>
      <vt:lpstr>Arial</vt:lpstr>
      <vt:lpstr>Cambria Math</vt:lpstr>
      <vt:lpstr>Consolas</vt:lpstr>
      <vt:lpstr>Courier New</vt:lpstr>
      <vt:lpstr>Lucida Console</vt:lpstr>
      <vt:lpstr>Matura MT Script Capitals</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lpstr>Seeing multivariate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85</cp:revision>
  <dcterms:created xsi:type="dcterms:W3CDTF">2026-10-06T18:00:03Z</dcterms:created>
  <dcterms:modified xsi:type="dcterms:W3CDTF">2026-10-26T14:30:58Z</dcterms:modified>
</cp:coreProperties>
</file>