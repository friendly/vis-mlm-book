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3"/>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298" r:id="rId46"/>
    <p:sldId id="466" r:id="rId47"/>
    <p:sldId id="327" r:id="rId48"/>
    <p:sldId id="328" r:id="rId49"/>
    <p:sldId id="329" r:id="rId50"/>
    <p:sldId id="302" r:id="rId51"/>
    <p:sldId id="303" r:id="rId52"/>
    <p:sldId id="449" r:id="rId53"/>
    <p:sldId id="306" r:id="rId54"/>
    <p:sldId id="469" r:id="rId55"/>
    <p:sldId id="318" r:id="rId56"/>
    <p:sldId id="319" r:id="rId57"/>
    <p:sldId id="320" r:id="rId58"/>
    <p:sldId id="310" r:id="rId59"/>
    <p:sldId id="311" r:id="rId60"/>
    <p:sldId id="313" r:id="rId61"/>
    <p:sldId id="314" r:id="rId62"/>
    <p:sldId id="322" r:id="rId63"/>
    <p:sldId id="323" r:id="rId64"/>
    <p:sldId id="324" r:id="rId65"/>
    <p:sldId id="283" r:id="rId66"/>
    <p:sldId id="284" r:id="rId67"/>
    <p:sldId id="286" r:id="rId68"/>
    <p:sldId id="291" r:id="rId69"/>
    <p:sldId id="292" r:id="rId70"/>
    <p:sldId id="279" r:id="rId71"/>
    <p:sldId id="462" r:id="rId72"/>
    <p:sldId id="285" r:id="rId73"/>
    <p:sldId id="287" r:id="rId74"/>
    <p:sldId id="288" r:id="rId75"/>
    <p:sldId id="301" r:id="rId76"/>
    <p:sldId id="307" r:id="rId77"/>
    <p:sldId id="308" r:id="rId78"/>
    <p:sldId id="309" r:id="rId79"/>
    <p:sldId id="315" r:id="rId80"/>
    <p:sldId id="316" r:id="rId81"/>
    <p:sldId id="321" r:id="rId8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301"/>
            <p14:sldId id="307"/>
            <p14:sldId id="308"/>
            <p14:sldId id="309"/>
            <p14:sldId id="315"/>
            <p14:sldId id="316"/>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1596" y="66"/>
      </p:cViewPr>
      <p:guideLst/>
    </p:cSldViewPr>
  </p:slideViewPr>
  <p:notesTextViewPr>
    <p:cViewPr>
      <p:scale>
        <a:sx n="1" d="1"/>
        <a:sy n="1" d="1"/>
      </p:scale>
      <p:origin x="0" y="0"/>
    </p:cViewPr>
  </p:notesTextViewPr>
  <p:sorterViewPr>
    <p:cViewPr varScale="1">
      <p:scale>
        <a:sx n="100" d="100"/>
        <a:sy n="100" d="100"/>
      </p:scale>
      <p:origin x="0" y="-304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statistical practice –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46</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52</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54</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71</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hyperlink" Target="https://friendly.github.io/blog/posts/2026-10-peng-altview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9.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8.png"/><Relationship Id="rId5" Type="http://schemas.microsoft.com/office/2007/relationships/hdphoto" Target="../media/hdphoto1.wdp"/><Relationship Id="rId4" Type="http://schemas.openxmlformats.org/officeDocument/2006/relationships/image" Target="../media/image47.png"/></Relationships>
</file>

<file path=ppt/slides/_rels/slide26.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53.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44.png"/><Relationship Id="rId4" Type="http://schemas.openxmlformats.org/officeDocument/2006/relationships/image" Target="../media/image54.png"/></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5.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0.xml"/><Relationship Id="rId1" Type="http://schemas.openxmlformats.org/officeDocument/2006/relationships/slideLayout" Target="../slideLayouts/slideLayout3.xml"/><Relationship Id="rId6" Type="http://schemas.openxmlformats.org/officeDocument/2006/relationships/image" Target="../media/image59.wmf"/><Relationship Id="rId5" Type="http://schemas.openxmlformats.org/officeDocument/2006/relationships/image" Target="../media/image58.png"/><Relationship Id="rId4" Type="http://schemas.openxmlformats.org/officeDocument/2006/relationships/image" Target="../media/image57.png"/></Relationships>
</file>

<file path=ppt/slides/_rels/slide3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1.xml"/><Relationship Id="rId1" Type="http://schemas.openxmlformats.org/officeDocument/2006/relationships/slideLayout" Target="../slideLayouts/slideLayout22.xml"/><Relationship Id="rId6" Type="http://schemas.openxmlformats.org/officeDocument/2006/relationships/image" Target="../media/image59.wmf"/><Relationship Id="rId5" Type="http://schemas.openxmlformats.org/officeDocument/2006/relationships/image" Target="../media/image61.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2.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3.xml"/><Relationship Id="rId1" Type="http://schemas.openxmlformats.org/officeDocument/2006/relationships/slideLayout" Target="../slideLayouts/slideLayout23.xml"/><Relationship Id="rId4" Type="http://schemas.openxmlformats.org/officeDocument/2006/relationships/image" Target="../media/image59.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4.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5.xml"/><Relationship Id="rId1" Type="http://schemas.openxmlformats.org/officeDocument/2006/relationships/slideLayout" Target="../slideLayouts/slideLayout21.xml"/><Relationship Id="rId4" Type="http://schemas.openxmlformats.org/officeDocument/2006/relationships/image" Target="../media/image65.png"/></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6.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6.gif"/><Relationship Id="rId2" Type="http://schemas.openxmlformats.org/officeDocument/2006/relationships/notesSlide" Target="../notesSlides/notesSlide37.xml"/><Relationship Id="rId1" Type="http://schemas.openxmlformats.org/officeDocument/2006/relationships/slideLayout" Target="../slideLayouts/slideLayout22.xml"/><Relationship Id="rId5" Type="http://schemas.openxmlformats.org/officeDocument/2006/relationships/image" Target="../media/image68.gif"/><Relationship Id="rId4" Type="http://schemas.openxmlformats.org/officeDocument/2006/relationships/image" Target="../media/image67.gif"/></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8.xml"/><Relationship Id="rId1" Type="http://schemas.openxmlformats.org/officeDocument/2006/relationships/slideLayout" Target="../slideLayouts/slideLayout21.xml"/><Relationship Id="rId6" Type="http://schemas.openxmlformats.org/officeDocument/2006/relationships/image" Target="../media/image70.png"/><Relationship Id="rId5" Type="http://schemas.openxmlformats.org/officeDocument/2006/relationships/image" Target="../media/image10.png"/><Relationship Id="rId4" Type="http://schemas.openxmlformats.org/officeDocument/2006/relationships/image" Target="../media/image59.wmf"/></Relationships>
</file>

<file path=ppt/slides/_rels/slide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9.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1.xml"/><Relationship Id="rId1" Type="http://schemas.openxmlformats.org/officeDocument/2006/relationships/slideLayout" Target="../slideLayouts/slideLayout21.xml"/><Relationship Id="rId5" Type="http://schemas.openxmlformats.org/officeDocument/2006/relationships/image" Target="../media/image74.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3.xml"/><Relationship Id="rId4" Type="http://schemas.openxmlformats.org/officeDocument/2006/relationships/image" Target="../media/image78.png"/></Relationships>
</file>

<file path=ppt/slides/_rels/slide46.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76.png"/><Relationship Id="rId7" Type="http://schemas.openxmlformats.org/officeDocument/2006/relationships/image" Target="../media/image82.png"/><Relationship Id="rId2" Type="http://schemas.openxmlformats.org/officeDocument/2006/relationships/notesSlide" Target="../notesSlides/notesSlide43.xml"/><Relationship Id="rId1" Type="http://schemas.openxmlformats.org/officeDocument/2006/relationships/slideLayout" Target="../slideLayouts/slideLayout24.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4.xml"/><Relationship Id="rId1" Type="http://schemas.openxmlformats.org/officeDocument/2006/relationships/slideLayout" Target="../slideLayouts/slideLayout25.xml"/><Relationship Id="rId5" Type="http://schemas.openxmlformats.org/officeDocument/2006/relationships/image" Target="../media/image86.png"/><Relationship Id="rId4" Type="http://schemas.openxmlformats.org/officeDocument/2006/relationships/image" Target="../media/image85.png"/></Relationships>
</file>

<file path=ppt/slides/_rels/slide4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image" Target="../media/image88.wmf"/><Relationship Id="rId5" Type="http://schemas.openxmlformats.org/officeDocument/2006/relationships/oleObject" Target="../embeddings/oleObject1.bin"/><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91.wmf"/><Relationship Id="rId2" Type="http://schemas.openxmlformats.org/officeDocument/2006/relationships/notesSlide" Target="../notesSlides/notesSlide46.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0.png"/><Relationship Id="rId4" Type="http://schemas.openxmlformats.org/officeDocument/2006/relationships/image" Target="../media/image89.png"/></Relationships>
</file>

<file path=ppt/slides/_rels/slide5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7.xml"/><Relationship Id="rId1" Type="http://schemas.openxmlformats.org/officeDocument/2006/relationships/slideLayout" Target="../slideLayouts/slideLayout24.xml"/></Relationships>
</file>

<file path=ppt/slides/_rels/slide5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48.xml"/><Relationship Id="rId1" Type="http://schemas.openxmlformats.org/officeDocument/2006/relationships/slideLayout" Target="../slideLayouts/slideLayout26.xml"/></Relationships>
</file>

<file path=ppt/slides/_rels/slide5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9.xml"/><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6.xml"/></Relationships>
</file>

<file path=ppt/slides/_rels/slide54.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1.xml"/><Relationship Id="rId1" Type="http://schemas.openxmlformats.org/officeDocument/2006/relationships/slideLayout" Target="../slideLayouts/slideLayout25.xml"/><Relationship Id="rId5" Type="http://schemas.openxmlformats.org/officeDocument/2006/relationships/image" Target="../media/image78.png"/><Relationship Id="rId4" Type="http://schemas.openxmlformats.org/officeDocument/2006/relationships/image" Target="../media/image95.png"/></Relationships>
</file>

<file path=ppt/slides/_rels/slide55.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4.xml"/><Relationship Id="rId1" Type="http://schemas.openxmlformats.org/officeDocument/2006/relationships/slideLayout" Target="../slideLayouts/slideLayout26.xml"/></Relationships>
</file>

<file path=ppt/slides/_rels/slide5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3.xml"/><Relationship Id="rId4" Type="http://schemas.openxmlformats.org/officeDocument/2006/relationships/image" Target="../media/image101.png"/></Relationships>
</file>

<file path=ppt/slides/_rels/slide59.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5.xml"/><Relationship Id="rId1" Type="http://schemas.openxmlformats.org/officeDocument/2006/relationships/slideLayout" Target="../slideLayouts/slideLayout30.xml"/><Relationship Id="rId4" Type="http://schemas.openxmlformats.org/officeDocument/2006/relationships/image" Target="../media/image100.png"/></Relationships>
</file>

<file path=ppt/slides/_rels/slide6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6.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1.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7.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9.xml"/></Relationships>
</file>

<file path=ppt/slides/_rels/slide63.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9.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4.xml.rels><?xml version="1.0" encoding="UTF-8" standalone="yes"?>
<Relationships xmlns="http://schemas.openxmlformats.org/package/2006/relationships"><Relationship Id="rId2" Type="http://schemas.openxmlformats.org/officeDocument/2006/relationships/image" Target="../media/image103.gif"/><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5.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71.xml.rels><?xml version="1.0" encoding="UTF-8" standalone="yes"?>
<Relationships xmlns="http://schemas.openxmlformats.org/package/2006/relationships"><Relationship Id="rId3" Type="http://schemas.openxmlformats.org/officeDocument/2006/relationships/image" Target="../media/image68.gif"/><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61610"/>
          </a:xfrm>
          <a:prstGeom prst="rect">
            <a:avLst/>
          </a:prstGeom>
          <a:noFill/>
        </p:spPr>
        <p:txBody>
          <a:bodyPr vert="horz" wrap="square" rtlCol="0">
            <a:spAutoFit/>
          </a:bodyPr>
          <a:lstStyle/>
          <a:p>
            <a:pPr>
              <a:spcAft>
                <a:spcPts val="400"/>
              </a:spcAft>
            </a:pPr>
            <a:r>
              <a:rPr lang="en-CA" sz="1100" dirty="0"/>
              <a:t>Blog: </a:t>
            </a:r>
            <a:r>
              <a:rPr lang="en-CA" sz="1100" dirty="0">
                <a:hlinkClick r:id="rId4"/>
              </a:rPr>
              <a:t>friendly.github.io/blog/posts/2026-10-peng-altviews </a:t>
            </a:r>
            <a:endParaRPr lang="en-CA" sz="11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45</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11472840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29880179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49</a:t>
            </a:fld>
            <a:endParaRPr lang="en-CA"/>
          </a:p>
        </p:txBody>
      </p:sp>
    </p:spTree>
    <p:extLst>
      <p:ext uri="{BB962C8B-B14F-4D97-AF65-F5344CB8AC3E}">
        <p14:creationId xmlns:p14="http://schemas.microsoft.com/office/powerpoint/2010/main" val="3796749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52</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53</a:t>
            </a:fld>
            <a:endParaRPr lang="en-CA"/>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54</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58</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68</a:t>
            </a:fld>
            <a:endParaRPr lang="en-CA"/>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5517956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27878202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370433655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213160507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7197533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163707666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26081731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76</a:t>
            </a:fld>
            <a:endParaRPr lang="en-CA"/>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6623</TotalTime>
  <Words>6617</Words>
  <Application>Microsoft Office PowerPoint</Application>
  <PresentationFormat>Widescreen</PresentationFormat>
  <Paragraphs>686</Paragraphs>
  <Slides>81</Slides>
  <Notes>76</Notes>
  <HiddenSlides>17</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81</vt:i4>
      </vt:variant>
    </vt:vector>
  </HeadingPairs>
  <TitlesOfParts>
    <vt:vector size="92"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75</cp:revision>
  <dcterms:created xsi:type="dcterms:W3CDTF">2026-10-06T18:00:03Z</dcterms:created>
  <dcterms:modified xsi:type="dcterms:W3CDTF">2026-10-21T19:19:25Z</dcterms:modified>
</cp:coreProperties>
</file>