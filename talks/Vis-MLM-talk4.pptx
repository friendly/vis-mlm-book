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Why a romance in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7" d="100"/>
          <a:sy n="77" d="100"/>
        </p:scale>
        <p:origin x="1074" y="90"/>
      </p:cViewPr>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r>
              <a:rPr dirty="0"/>
              <a:t>The ellipse is the recurring </a:t>
            </a:r>
            <a:r>
              <a:rPr lang="en-CA" dirty="0"/>
              <a:t>visual </a:t>
            </a:r>
            <a:r>
              <a:rPr dirty="0"/>
              <a:t>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are the running example.</a:t>
            </a:r>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2026-10-17</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2.png"/><Relationship Id="rId5" Type="http://schemas.microsoft.com/office/2007/relationships/hdphoto" Target="../media/hdphoto1.wdp"/><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gif"/><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6.xml"/><Relationship Id="rId5" Type="http://schemas.openxmlformats.org/officeDocument/2006/relationships/image" Target="../media/image49.png"/><Relationship Id="rId4" Type="http://schemas.openxmlformats.org/officeDocument/2006/relationships/image" Target="../media/image48.png"/></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54.emf"/><Relationship Id="rId5" Type="http://schemas.openxmlformats.org/officeDocument/2006/relationships/image" Target="../media/image53.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54.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61.gif"/><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63.gif"/><Relationship Id="rId4" Type="http://schemas.openxmlformats.org/officeDocument/2006/relationships/image" Target="../media/image62.gif"/></Relationships>
</file>

<file path=ppt/slides/_rels/slide3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image" Target="../media/image65.png"/><Relationship Id="rId5" Type="http://schemas.openxmlformats.org/officeDocument/2006/relationships/image" Target="../media/image10.png"/><Relationship Id="rId4" Type="http://schemas.openxmlformats.org/officeDocument/2006/relationships/image" Target="../media/image54.emf"/></Relationships>
</file>

<file path=ppt/slides/_rels/slide4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0.xml"/><Relationship Id="rId1" Type="http://schemas.openxmlformats.org/officeDocument/2006/relationships/slideLayout" Target="../slideLayouts/slideLayout6.xml"/><Relationship Id="rId5" Type="http://schemas.openxmlformats.org/officeDocument/2006/relationships/image" Target="../media/image69.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81.wmf"/><Relationship Id="rId5" Type="http://schemas.openxmlformats.org/officeDocument/2006/relationships/oleObject" Target="../embeddings/oleObject1.bin"/><Relationship Id="rId4" Type="http://schemas.openxmlformats.org/officeDocument/2006/relationships/image" Target="../media/image80.png"/></Relationships>
</file>

<file path=ppt/slides/_rels/slide48.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4.wmf"/><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83.png"/><Relationship Id="rId4" Type="http://schemas.openxmlformats.org/officeDocument/2006/relationships/image" Target="../media/image82.png"/></Relationships>
</file>

<file path=ppt/slides/_rels/slide4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89.png"/><Relationship Id="rId4" Type="http://schemas.openxmlformats.org/officeDocument/2006/relationships/image" Target="../media/image88.png"/></Relationships>
</file>

<file path=ppt/slides/_rels/slide54.xml.rels><?xml version="1.0" encoding="UTF-8" standalone="yes"?>
<Relationships xmlns="http://schemas.openxmlformats.org/package/2006/relationships"><Relationship Id="rId3" Type="http://schemas.openxmlformats.org/officeDocument/2006/relationships/image" Target="../media/image90.jp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4.xml"/><Relationship Id="rId1" Type="http://schemas.openxmlformats.org/officeDocument/2006/relationships/slideLayout" Target="../slideLayouts/slideLayout4.xml"/><Relationship Id="rId4" Type="http://schemas.openxmlformats.org/officeDocument/2006/relationships/image" Target="../media/image94.png"/></Relationships>
</file>

<file path=ppt/slides/_rels/slide5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97.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7.png"/></Relationships>
</file>

<file path=ppt/slides/_rels/slide70.xml.rels><?xml version="1.0" encoding="UTF-8" standalone="yes"?>
<Relationships xmlns="http://schemas.openxmlformats.org/package/2006/relationships"><Relationship Id="rId3" Type="http://schemas.openxmlformats.org/officeDocument/2006/relationships/image" Target="../media/image63.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informative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9260774" cy="646331"/>
          </a:xfrm>
          <a:prstGeom prst="rect">
            <a:avLst/>
          </a:prstGeom>
          <a:noFill/>
        </p:spPr>
        <p:txBody>
          <a:bodyPr wrap="square" rtlCol="0">
            <a:spAutoFit/>
          </a:bodyPr>
          <a:lstStyle/>
          <a:p>
            <a:r>
              <a:rPr lang="en-US" dirty="0"/>
              <a:t>The </a:t>
            </a:r>
            <a:r>
              <a:rPr lang="en-US" dirty="0">
                <a:solidFill>
                  <a:schemeClr val="accent6">
                    <a:lumMod val="50000"/>
                  </a:schemeClr>
                </a:solidFill>
                <a:latin typeface="Lucida Console" panose="020B0609040504020204" pitchFamily="49" charset="0"/>
              </a:rPr>
              <a:t>pairs() </a:t>
            </a:r>
            <a:r>
              <a:rPr lang="en-US" dirty="0"/>
              <a:t>method for </a:t>
            </a:r>
            <a:r>
              <a:rPr lang="en-US" dirty="0" err="1"/>
              <a:t>mlm</a:t>
            </a:r>
            <a:r>
              <a:rPr lang="en-US" dirty="0"/>
              <a:t> objects gives all pairwise HE plots in a scatterplot matrix format in </a:t>
            </a:r>
            <a:r>
              <a:rPr lang="en-US" dirty="0">
                <a:solidFill>
                  <a:srgbClr val="FF0000"/>
                </a:solidFill>
              </a:rPr>
              <a:t>data space</a:t>
            </a:r>
            <a:r>
              <a:rPr lang="en-US"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6087</TotalTime>
  <Words>6405</Words>
  <Application>Microsoft Office PowerPoint</Application>
  <PresentationFormat>Widescreen</PresentationFormat>
  <Paragraphs>617</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49</cp:revision>
  <dcterms:created xsi:type="dcterms:W3CDTF">2026-10-06T18:00:03Z</dcterms:created>
  <dcterms:modified xsi:type="dcterms:W3CDTF">2026-10-17T20:05:05Z</dcterms:modified>
</cp:coreProperties>
</file>