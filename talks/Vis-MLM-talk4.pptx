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4"/>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 id="264" r:id="rId8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3.xml"/><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5.png"/><Relationship Id="rId7" Type="http://schemas.openxmlformats.org/officeDocument/2006/relationships/image" Target="../media/image81.png"/><Relationship Id="rId2" Type="http://schemas.openxmlformats.org/officeDocument/2006/relationships/notesSlide" Target="../notesSlides/notesSlide44.xml"/><Relationship Id="rId1" Type="http://schemas.openxmlformats.org/officeDocument/2006/relationships/slideLayout" Target="../slideLayouts/slideLayout24.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5.xml"/><Relationship Id="rId1" Type="http://schemas.openxmlformats.org/officeDocument/2006/relationships/slideLayout" Target="../slideLayouts/slideLayout25.xml"/><Relationship Id="rId5" Type="http://schemas.openxmlformats.org/officeDocument/2006/relationships/image" Target="../media/image85.png"/><Relationship Id="rId4" Type="http://schemas.openxmlformats.org/officeDocument/2006/relationships/image" Target="../media/image84.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6.xml"/><Relationship Id="rId1" Type="http://schemas.openxmlformats.org/officeDocument/2006/relationships/slideLayout" Target="../slideLayouts/slideLayout25.xml"/><Relationship Id="rId6" Type="http://schemas.openxmlformats.org/officeDocument/2006/relationships/image" Target="../media/image87.wmf"/><Relationship Id="rId5" Type="http://schemas.openxmlformats.org/officeDocument/2006/relationships/oleObject" Target="../embeddings/oleObject1.bin"/><Relationship Id="rId4" Type="http://schemas.openxmlformats.org/officeDocument/2006/relationships/image" Target="../media/image86.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90.wmf"/><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9.png"/><Relationship Id="rId4" Type="http://schemas.openxmlformats.org/officeDocument/2006/relationships/image" Target="../media/image88.png"/></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2.xml"/><Relationship Id="rId1" Type="http://schemas.openxmlformats.org/officeDocument/2006/relationships/slideLayout" Target="../slideLayouts/slideLayout25.xml"/><Relationship Id="rId5" Type="http://schemas.openxmlformats.org/officeDocument/2006/relationships/image" Target="../media/image77.png"/><Relationship Id="rId4" Type="http://schemas.openxmlformats.org/officeDocument/2006/relationships/image" Target="../media/image94.png"/></Relationships>
</file>

<file path=ppt/slides/_rels/slide55.xml.rels><?xml version="1.0" encoding="UTF-8" standalone="yes"?>
<Relationships xmlns="http://schemas.openxmlformats.org/package/2006/relationships"><Relationship Id="rId3" Type="http://schemas.openxmlformats.org/officeDocument/2006/relationships/image" Target="../media/image95.jp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3.xml"/><Relationship Id="rId4" Type="http://schemas.openxmlformats.org/officeDocument/2006/relationships/image" Target="../media/image100.png"/></Relationships>
</file>

<file path=ppt/slides/_rels/slide5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99.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0.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2.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71.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8.xml"/><Relationship Id="rId1" Type="http://schemas.openxmlformats.org/officeDocument/2006/relationships/slideLayout" Target="../slideLayouts/slideLayout3.xml"/><Relationship Id="rId5" Type="http://schemas.openxmlformats.org/officeDocument/2006/relationships/image" Target="../media/image119.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6701</TotalTime>
  <Words>6762</Words>
  <Application>Microsoft Office PowerPoint</Application>
  <PresentationFormat>Widescreen</PresentationFormat>
  <Paragraphs>704</Paragraphs>
  <Slides>82</Slides>
  <Notes>78</Notes>
  <HiddenSlides>18</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82</vt:i4>
      </vt:variant>
    </vt:vector>
  </HeadingPairs>
  <TitlesOfParts>
    <vt:vector size="94"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79</cp:revision>
  <dcterms:created xsi:type="dcterms:W3CDTF">2026-10-06T18:00:03Z</dcterms:created>
  <dcterms:modified xsi:type="dcterms:W3CDTF">2026-10-22T16:32:25Z</dcterms:modified>
</cp:coreProperties>
</file>