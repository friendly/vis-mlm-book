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73267" autoAdjust="0"/>
  </p:normalViewPr>
  <p:slideViewPr>
    <p:cSldViewPr snapToGrid="0">
      <p:cViewPr varScale="1">
        <p:scale>
          <a:sx n="74" d="100"/>
          <a:sy n="74" d="100"/>
        </p:scale>
        <p:origin x="1044" y="72"/>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r>
              <a:rPr dirty="0"/>
              <a:t>The ellipse is the recurring </a:t>
            </a:r>
            <a:r>
              <a:rPr lang="en-CA" dirty="0"/>
              <a:t>visual </a:t>
            </a:r>
            <a:r>
              <a:rPr dirty="0"/>
              <a:t>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2026-10-18</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3.png"/><Relationship Id="rId5" Type="http://schemas.microsoft.com/office/2007/relationships/hdphoto" Target="../media/hdphoto1.wdp"/><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6.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5.emf"/><Relationship Id="rId5" Type="http://schemas.openxmlformats.org/officeDocument/2006/relationships/image" Target="../media/image54.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5.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2.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4.gif"/><Relationship Id="rId4" Type="http://schemas.openxmlformats.org/officeDocument/2006/relationships/image" Target="../media/image63.gif"/></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6.png"/><Relationship Id="rId5" Type="http://schemas.openxmlformats.org/officeDocument/2006/relationships/image" Target="../media/image10.png"/><Relationship Id="rId4" Type="http://schemas.openxmlformats.org/officeDocument/2006/relationships/image" Target="../media/image55.em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0.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2.wmf"/><Relationship Id="rId5" Type="http://schemas.openxmlformats.org/officeDocument/2006/relationships/oleObject" Target="../embeddings/oleObject1.bin"/><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5.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4.png"/><Relationship Id="rId4" Type="http://schemas.openxmlformats.org/officeDocument/2006/relationships/image" Target="../media/image83.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0.png"/><Relationship Id="rId4" Type="http://schemas.openxmlformats.org/officeDocument/2006/relationships/image" Target="../media/image89.png"/></Relationships>
</file>

<file path=ppt/slides/_rels/slide54.xml.rels><?xml version="1.0" encoding="UTF-8" standalone="yes"?>
<Relationships xmlns="http://schemas.openxmlformats.org/package/2006/relationships"><Relationship Id="rId3" Type="http://schemas.openxmlformats.org/officeDocument/2006/relationships/image" Target="../media/image91.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5.png"/></Relationships>
</file>

<file path=ppt/slides/_rels/slide5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5.xml"/><Relationship Id="rId1" Type="http://schemas.openxmlformats.org/officeDocument/2006/relationships/slideLayout" Target="../slideLayouts/slideLayout29.xml"/></Relationships>
</file>

<file path=ppt/slides/_rels/slide6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6.xml"/><Relationship Id="rId1" Type="http://schemas.openxmlformats.org/officeDocument/2006/relationships/slideLayout" Target="../slideLayouts/slideLayout2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8.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informative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6274</TotalTime>
  <Words>6574</Words>
  <Application>Microsoft Office PowerPoint</Application>
  <PresentationFormat>Widescreen</PresentationFormat>
  <Paragraphs>693</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54</cp:revision>
  <dcterms:created xsi:type="dcterms:W3CDTF">2026-10-06T18:00:03Z</dcterms:created>
  <dcterms:modified xsi:type="dcterms:W3CDTF">2026-10-18T18:55:23Z</dcterms:modified>
</cp:coreProperties>
</file>