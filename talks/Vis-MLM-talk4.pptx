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6.emf"/><Relationship Id="rId5" Type="http://schemas.openxmlformats.org/officeDocument/2006/relationships/image" Target="../media/image55.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6.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5.gif"/><Relationship Id="rId4" Type="http://schemas.openxmlformats.org/officeDocument/2006/relationships/image" Target="../media/image64.gif"/></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7.png"/><Relationship Id="rId5" Type="http://schemas.openxmlformats.org/officeDocument/2006/relationships/image" Target="../media/image10.png"/><Relationship Id="rId4" Type="http://schemas.openxmlformats.org/officeDocument/2006/relationships/image" Target="../media/image56.em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1.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8.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1.pn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3.wmf"/><Relationship Id="rId5" Type="http://schemas.openxmlformats.org/officeDocument/2006/relationships/oleObject" Target="../embeddings/oleObject1.bin"/><Relationship Id="rId4" Type="http://schemas.openxmlformats.org/officeDocument/2006/relationships/image" Target="../media/image82.png"/></Relationships>
</file>

<file path=ppt/slides/_rels/slide48.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6.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5.png"/><Relationship Id="rId4" Type="http://schemas.openxmlformats.org/officeDocument/2006/relationships/image" Target="../media/image84.png"/></Relationships>
</file>

<file path=ppt/slides/_rels/slide4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1.pn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6.png"/></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9.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6511</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63</cp:revision>
  <dcterms:created xsi:type="dcterms:W3CDTF">2026-10-06T18:00:03Z</dcterms:created>
  <dcterms:modified xsi:type="dcterms:W3CDTF">2026-10-20T16:30:18Z</dcterms:modified>
</cp:coreProperties>
</file>