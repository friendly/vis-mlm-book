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462" r:id="rId40"/>
    <p:sldId id="285" r:id="rId41"/>
    <p:sldId id="287" r:id="rId42"/>
    <p:sldId id="288" r:id="rId43"/>
    <p:sldId id="293" r:id="rId44"/>
    <p:sldId id="294" r:id="rId45"/>
    <p:sldId id="295" r:id="rId46"/>
    <p:sldId id="465" r:id="rId47"/>
    <p:sldId id="297" r:id="rId48"/>
    <p:sldId id="298" r:id="rId49"/>
    <p:sldId id="299" r:id="rId50"/>
    <p:sldId id="466" r:id="rId51"/>
    <p:sldId id="327" r:id="rId52"/>
    <p:sldId id="328" r:id="rId53"/>
    <p:sldId id="329" r:id="rId54"/>
    <p:sldId id="300" r:id="rId55"/>
    <p:sldId id="301" r:id="rId56"/>
    <p:sldId id="302" r:id="rId57"/>
    <p:sldId id="303" r:id="rId58"/>
    <p:sldId id="449" r:id="rId59"/>
    <p:sldId id="306" r:id="rId60"/>
    <p:sldId id="469" r:id="rId61"/>
    <p:sldId id="318" r:id="rId62"/>
    <p:sldId id="319" r:id="rId63"/>
    <p:sldId id="320" r:id="rId64"/>
    <p:sldId id="310" r:id="rId65"/>
    <p:sldId id="311" r:id="rId66"/>
    <p:sldId id="313" r:id="rId67"/>
    <p:sldId id="314" r:id="rId68"/>
    <p:sldId id="322" r:id="rId69"/>
    <p:sldId id="323" r:id="rId70"/>
    <p:sldId id="324" r:id="rId71"/>
    <p:sldId id="283" r:id="rId72"/>
    <p:sldId id="284" r:id="rId73"/>
    <p:sldId id="286" r:id="rId74"/>
    <p:sldId id="291" r:id="rId75"/>
    <p:sldId id="292" r:id="rId76"/>
    <p:sldId id="279" r:id="rId77"/>
    <p:sldId id="463"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a romance in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462"/>
            <p14:sldId id="285"/>
            <p14:sldId id="287"/>
            <p14:sldId id="288"/>
            <p14:sldId id="293"/>
            <p14:sldId id="294"/>
            <p14:sldId id="295"/>
            <p14:sldId id="465"/>
            <p14:sldId id="297"/>
          </p14:sldIdLst>
        </p14:section>
        <p14:section name="4. The HE plot framework" id="{19AF699C-459B-4008-BE93-C8454174BFDD}">
          <p14:sldIdLst>
            <p14:sldId id="298"/>
            <p14:sldId id="299"/>
            <p14:sldId id="466"/>
            <p14:sldId id="327"/>
            <p14:sldId id="328"/>
            <p14:sldId id="329"/>
            <p14:sldId id="300"/>
            <p14:sldId id="301"/>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3"/>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73267" autoAdjust="0"/>
  </p:normalViewPr>
  <p:slideViewPr>
    <p:cSldViewPr snapToGrid="0">
      <p:cViewPr varScale="1">
        <p:scale>
          <a:sx n="75" d="100"/>
          <a:sy n="75" d="100"/>
        </p:scale>
        <p:origin x="1602" y="78"/>
      </p:cViewPr>
      <p:guideLst/>
    </p:cSldViewPr>
  </p:slideViewPr>
  <p:notesTextViewPr>
    <p:cViewPr>
      <p:scale>
        <a:sx n="1" d="1"/>
        <a:sy n="1" d="1"/>
      </p:scale>
      <p:origin x="0" y="0"/>
    </p:cViewPr>
  </p:notesTextViewPr>
  <p:sorterViewPr>
    <p:cViewPr varScale="1">
      <p:scale>
        <a:sx n="100" d="100"/>
        <a:sy n="100" d="100"/>
      </p:scale>
      <p:origin x="0" y="-1677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endParaRPr lang="en-CA" dirty="0"/>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50</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58</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60</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77</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4.emf"/></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3.xml"/><Relationship Id="rId1" Type="http://schemas.openxmlformats.org/officeDocument/2006/relationships/slideLayout" Target="../slideLayouts/slideLayout6.xml"/><Relationship Id="rId5" Type="http://schemas.openxmlformats.org/officeDocument/2006/relationships/image" Target="../media/image72.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6.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5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5.wmf"/><Relationship Id="rId5" Type="http://schemas.openxmlformats.org/officeDocument/2006/relationships/oleObject" Target="../embeddings/oleObject1.bin"/><Relationship Id="rId4" Type="http://schemas.openxmlformats.org/officeDocument/2006/relationships/image" Target="../media/image84.png"/></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8.wmf"/><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0.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0.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informative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2"/>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3"/>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28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32</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36</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46</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50</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58</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60</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extLst>
      <p:ext uri="{BB962C8B-B14F-4D97-AF65-F5344CB8AC3E}">
        <p14:creationId xmlns:p14="http://schemas.microsoft.com/office/powerpoint/2010/main" val="25517956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77</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5026891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5807</TotalTime>
  <Words>6115</Words>
  <Application>Microsoft Office PowerPoint</Application>
  <PresentationFormat>Widescreen</PresentationFormat>
  <Paragraphs>602</Paragraphs>
  <Slides>84</Slides>
  <Notes>77</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Bias vs. Precision tradeoff</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44</cp:revision>
  <dcterms:created xsi:type="dcterms:W3CDTF">2026-10-06T18:00:03Z</dcterms:created>
  <dcterms:modified xsi:type="dcterms:W3CDTF">2026-10-16T18:48:17Z</dcterms:modified>
</cp:coreProperties>
</file>