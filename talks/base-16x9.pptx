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86A3-DB18-D473-3C2C-21A9E94FF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5EA81-E434-D1B7-C80B-62E4ADD5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680C3-BA4B-8E4A-D7F3-32B19F0BC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94193-AC1D-9679-4A87-E42BDF4F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6E5A0-F9CF-689C-8D61-E098A3F9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967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502-0764-310B-D0B2-B91285BD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CBACA-4969-011B-1D8A-9F765F78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0864-AC52-362C-DE60-2B13DD661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8D2AD-A5BA-FDA0-920F-0CD0C42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61DB-524A-A72C-75DE-C7946ADC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30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3552C-0BFD-199A-C290-82E0E7DD8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55B4E-7FFE-4BCA-4057-8E5B63DCE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0ECAC-6645-C1FA-580D-1382315A1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8408E-18C9-AE29-9B14-B3056D00F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9CE17-62C5-B7EA-54A9-AA954533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54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4E25-D446-EE13-859F-9D55287F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7706-2D33-3CC7-285A-2D3981CE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5A0ED-F083-930C-0425-BFDD1C4FB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E7DB1-B643-5BAC-3FB8-06146448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AEB3-B855-CBC9-5506-C8FE3FB5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5B7A-5A17-1C3A-0DA4-A7F6D8A0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1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C1116-2C7D-3653-A739-58A48640D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CF436-57B9-4904-9302-3AE3EF354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7906C-0394-6DDE-10C3-9764E8C3E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1D87C-73DF-EE7D-BA63-DA561306E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4BC3BF-5FEF-C7F5-A648-7AD79E883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A4B92-FB68-E7CC-DE9B-0329CFE8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C62FE2-5BA9-8351-CBA5-3F87C81D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DDAA6C-1E0B-34E0-7DFF-FF2D380B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346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2C71-E6A2-56CE-9A48-0BCB9F8D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201B2-AA15-5B30-7F69-8DF611E7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84E4-CE98-D49F-3471-93693579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C2F3-B0E4-8BC5-B0A4-EFDB7AA8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1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9229C-D7D2-65B0-65BD-6AFF2B6E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892CD-C6D8-0C0D-C9C0-68452DB5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0F02E-8D0A-A2EB-DB42-8F87B8DB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3958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5CE4-71A6-692F-C003-94BADEA4D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78F44-D0EC-1988-26FA-8B8E2FC38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5C2EF-17DE-9B90-ED6D-D6E91086A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E512C-223F-E79F-15ED-0ECA2BE2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AB3E7-2C8E-F043-C0C1-1F8DA545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348E1-3AEA-6F6F-23FD-BD544AF1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48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0F1B-959C-540A-AD2E-7D6FEC5E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45BF4-A48B-E174-8718-5B3569313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434C3-A68D-43AB-B28F-F34494BCB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8CEE8-2C4C-8620-737C-AE8F04CF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675F7-9A4B-E2CB-776C-2A336043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A8741-0324-E12F-C095-4E7CC976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429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D17A-4D48-28EE-A810-A3D242882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A77A73-0C15-3706-044A-408FF364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D1EA6-4923-146A-49B3-D75AFA21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D5968-094E-28D6-8177-E63130DF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EAFB7-FDF1-A809-AA81-D948CE9A5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9296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7B1715-C993-D91F-4787-F8D7CA3A5F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2B27B-63DC-598F-B6E2-B748A7336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44A46-36D5-9B0F-3EB6-9306071F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0891-3358-4CD0-A583-DA65327EA413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3ADB4-0946-1EFA-F8DB-66A4A7E33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21D21-57D3-5D15-389F-E7ADDDD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9032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B12B1-0D45-5083-3C07-79A68792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9808-3D32-7A37-D584-26815CFB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819E6-998B-212B-C4AA-B9496436B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10891-3358-4CD0-A583-DA65327EA413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8078D-866B-F3B4-630F-FE1A8ED65F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377B5-A28A-9D03-B379-6A7984C14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B2853-4965-4727-91C4-384EB30D99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799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 Friendly</dc:creator>
  <cp:lastModifiedBy>Michael L Friendly</cp:lastModifiedBy>
  <cp:revision>1</cp:revision>
  <dcterms:created xsi:type="dcterms:W3CDTF">2026-10-06T18:00:03Z</dcterms:created>
  <dcterms:modified xsi:type="dcterms:W3CDTF">2026-10-06T18:00:03Z</dcterms:modified>
</cp:coreProperties>
</file>